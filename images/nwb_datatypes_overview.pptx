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33" d="100"/>
          <a:sy n="133" d="100"/>
        </p:scale>
        <p:origin x="-1608" y="-104"/>
      </p:cViewPr>
      <p:guideLst>
        <p:guide orient="horz" pos="2160"/>
        <p:guide pos="287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07A7A-AD50-B240-83BF-5B3527147289}" type="datetimeFigureOut">
              <a:rPr lang="en-US" smtClean="0"/>
              <a:t>9/18/19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0E72-BB33-EE47-A3B9-8D21865CE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74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07A7A-AD50-B240-83BF-5B3527147289}" type="datetimeFigureOut">
              <a:rPr lang="en-US" smtClean="0"/>
              <a:t>9/18/19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0E72-BB33-EE47-A3B9-8D21865CE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467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07A7A-AD50-B240-83BF-5B3527147289}" type="datetimeFigureOut">
              <a:rPr lang="en-US" smtClean="0"/>
              <a:t>9/18/19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0E72-BB33-EE47-A3B9-8D21865CE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81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07A7A-AD50-B240-83BF-5B3527147289}" type="datetimeFigureOut">
              <a:rPr lang="en-US" smtClean="0"/>
              <a:t>9/18/19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0E72-BB33-EE47-A3B9-8D21865CE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275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07A7A-AD50-B240-83BF-5B3527147289}" type="datetimeFigureOut">
              <a:rPr lang="en-US" smtClean="0"/>
              <a:t>9/18/19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0E72-BB33-EE47-A3B9-8D21865CE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205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07A7A-AD50-B240-83BF-5B3527147289}" type="datetimeFigureOut">
              <a:rPr lang="en-US" smtClean="0"/>
              <a:t>9/18/19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0E72-BB33-EE47-A3B9-8D21865CE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54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07A7A-AD50-B240-83BF-5B3527147289}" type="datetimeFigureOut">
              <a:rPr lang="en-US" smtClean="0"/>
              <a:t>9/18/19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0E72-BB33-EE47-A3B9-8D21865CE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75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07A7A-AD50-B240-83BF-5B3527147289}" type="datetimeFigureOut">
              <a:rPr lang="en-US" smtClean="0"/>
              <a:t>9/18/19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0E72-BB33-EE47-A3B9-8D21865CE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96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07A7A-AD50-B240-83BF-5B3527147289}" type="datetimeFigureOut">
              <a:rPr lang="en-US" smtClean="0"/>
              <a:t>9/18/19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0E72-BB33-EE47-A3B9-8D21865CE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26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07A7A-AD50-B240-83BF-5B3527147289}" type="datetimeFigureOut">
              <a:rPr lang="en-US" smtClean="0"/>
              <a:t>9/18/19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0E72-BB33-EE47-A3B9-8D21865CE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98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07A7A-AD50-B240-83BF-5B3527147289}" type="datetimeFigureOut">
              <a:rPr lang="en-US" smtClean="0"/>
              <a:t>9/18/19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0E72-BB33-EE47-A3B9-8D21865CE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146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907A7A-AD50-B240-83BF-5B3527147289}" type="datetimeFigureOut">
              <a:rPr lang="en-US" smtClean="0"/>
              <a:t>9/18/19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40E72-BB33-EE47-A3B9-8D21865CE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992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91" descr="(B)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29" t="22569" r="20171" b="18943"/>
          <a:stretch/>
        </p:blipFill>
        <p:spPr>
          <a:xfrm>
            <a:off x="3252902" y="2320215"/>
            <a:ext cx="2566012" cy="1504408"/>
          </a:xfrm>
          <a:prstGeom prst="rect">
            <a:avLst/>
          </a:prstGeom>
        </p:spPr>
      </p:pic>
      <p:sp>
        <p:nvSpPr>
          <p:cNvPr id="48" name="Google Shape;91;p1">
            <a:extLst>
              <a:ext uri="{FF2B5EF4-FFF2-40B4-BE49-F238E27FC236}">
                <a16:creationId xmlns:a16="http://schemas.microsoft.com/office/drawing/2014/main" xmlns="" id="{AD5DFFC3-2D58-4C9B-9B23-9CBAC35FD9F8}"/>
              </a:ext>
            </a:extLst>
          </p:cNvPr>
          <p:cNvSpPr/>
          <p:nvPr/>
        </p:nvSpPr>
        <p:spPr>
          <a:xfrm>
            <a:off x="6803173" y="1978300"/>
            <a:ext cx="1872929" cy="855299"/>
          </a:xfrm>
          <a:prstGeom prst="roundRect">
            <a:avLst>
              <a:gd name="adj" fmla="val 0"/>
            </a:avLst>
          </a:prstGeom>
          <a:solidFill>
            <a:srgbClr val="15374A"/>
          </a:solidFill>
          <a:ln w="9525" cap="flat" cmpd="sng">
            <a:solidFill>
              <a:srgbClr val="1949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5888" marR="0" lvl="0" indent="-115888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Species</a:t>
            </a:r>
          </a:p>
          <a:p>
            <a:pPr marL="115888" marR="0" lvl="0" indent="-115888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Genotype</a:t>
            </a:r>
          </a:p>
          <a:p>
            <a:pPr marL="115888" marR="0" lvl="0" indent="-115888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</a:p>
          <a:p>
            <a:pPr marL="115888" marR="0" lvl="0" indent="-115888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</a:t>
            </a:r>
          </a:p>
          <a:p>
            <a:pPr marL="115888" marR="0" lvl="0" indent="-115888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endParaRPr sz="12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95;p1">
            <a:extLst>
              <a:ext uri="{FF2B5EF4-FFF2-40B4-BE49-F238E27FC236}">
                <a16:creationId xmlns:a16="http://schemas.microsoft.com/office/drawing/2014/main" xmlns="" id="{B0D7C0F7-E63D-4170-99D4-9935E55240F5}"/>
              </a:ext>
            </a:extLst>
          </p:cNvPr>
          <p:cNvSpPr txBox="1"/>
          <p:nvPr/>
        </p:nvSpPr>
        <p:spPr>
          <a:xfrm>
            <a:off x="3475033" y="767388"/>
            <a:ext cx="214178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74A"/>
              </a:buClr>
              <a:buSzPts val="1200"/>
              <a:buFont typeface="Calibri"/>
              <a:buNone/>
            </a:pPr>
            <a:r>
              <a:rPr lang="en-US" sz="1600" b="1" dirty="0">
                <a:solidFill>
                  <a:srgbClr val="15374A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 b="1" i="0" u="none" strike="noStrike" cap="none" dirty="0">
                <a:solidFill>
                  <a:srgbClr val="15374A"/>
                </a:solidFill>
                <a:latin typeface="Calibri"/>
                <a:ea typeface="Calibri"/>
                <a:cs typeface="Calibri"/>
                <a:sym typeface="Calibri"/>
              </a:rPr>
              <a:t>xperimental </a:t>
            </a:r>
            <a:r>
              <a:rPr lang="en-US" sz="1600" b="1" i="0" u="none" strike="noStrike" cap="none" dirty="0" smtClean="0">
                <a:solidFill>
                  <a:srgbClr val="15374A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lang="en-US" sz="1600" b="1" i="0" u="none" strike="noStrike" cap="none" dirty="0">
              <a:solidFill>
                <a:srgbClr val="1537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96;p1">
            <a:extLst>
              <a:ext uri="{FF2B5EF4-FFF2-40B4-BE49-F238E27FC236}">
                <a16:creationId xmlns:a16="http://schemas.microsoft.com/office/drawing/2014/main" xmlns="" id="{C9B8C793-A660-4A21-8EF2-A633DC442778}"/>
              </a:ext>
            </a:extLst>
          </p:cNvPr>
          <p:cNvSpPr/>
          <p:nvPr/>
        </p:nvSpPr>
        <p:spPr>
          <a:xfrm>
            <a:off x="3475033" y="1017800"/>
            <a:ext cx="2095881" cy="869675"/>
          </a:xfrm>
          <a:prstGeom prst="roundRect">
            <a:avLst>
              <a:gd name="adj" fmla="val 0"/>
            </a:avLst>
          </a:prstGeom>
          <a:solidFill>
            <a:srgbClr val="15374A"/>
          </a:solidFill>
          <a:ln w="9525" cap="flat" cmpd="sng">
            <a:solidFill>
              <a:srgbClr val="1949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5888" marR="0" lvl="0" indent="-115888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Stimuli</a:t>
            </a:r>
          </a:p>
          <a:p>
            <a:pPr marL="115888" marR="0" lvl="0" indent="-115888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Environment</a:t>
            </a:r>
            <a:endParaRPr sz="12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5888" marR="0" lvl="0" indent="-115888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Trial structure</a:t>
            </a:r>
          </a:p>
          <a:p>
            <a:pPr marL="115888" marR="0" lvl="0" indent="-115888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Optogenetics</a:t>
            </a:r>
            <a:endParaRPr sz="12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90;p1">
            <a:extLst>
              <a:ext uri="{FF2B5EF4-FFF2-40B4-BE49-F238E27FC236}">
                <a16:creationId xmlns:a16="http://schemas.microsoft.com/office/drawing/2014/main" xmlns="" id="{EEF72B0E-9CCF-4E7F-B810-DC35A08F7578}"/>
              </a:ext>
            </a:extLst>
          </p:cNvPr>
          <p:cNvSpPr txBox="1"/>
          <p:nvPr/>
        </p:nvSpPr>
        <p:spPr>
          <a:xfrm>
            <a:off x="6930969" y="1476937"/>
            <a:ext cx="175837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74A"/>
              </a:buClr>
              <a:buSzPts val="12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15374A"/>
                </a:solidFill>
                <a:latin typeface="Calibri"/>
                <a:ea typeface="Calibri"/>
                <a:cs typeface="Calibri"/>
                <a:sym typeface="Calibri"/>
              </a:rPr>
              <a:t>Experimental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74A"/>
              </a:buClr>
              <a:buSzPts val="12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15374A"/>
                </a:solidFill>
                <a:latin typeface="Calibri"/>
                <a:ea typeface="Calibri"/>
                <a:cs typeface="Calibri"/>
                <a:sym typeface="Calibri"/>
              </a:rPr>
              <a:t>Subjects </a:t>
            </a:r>
          </a:p>
        </p:txBody>
      </p:sp>
      <p:sp>
        <p:nvSpPr>
          <p:cNvPr id="53" name="Google Shape;105;p1">
            <a:extLst>
              <a:ext uri="{FF2B5EF4-FFF2-40B4-BE49-F238E27FC236}">
                <a16:creationId xmlns:a16="http://schemas.microsoft.com/office/drawing/2014/main" xmlns="" id="{D1DE1C64-4F2A-4519-BBA3-A55B0CC6FBC4}"/>
              </a:ext>
            </a:extLst>
          </p:cNvPr>
          <p:cNvSpPr/>
          <p:nvPr/>
        </p:nvSpPr>
        <p:spPr>
          <a:xfrm rot="5400000">
            <a:off x="4370643" y="1937402"/>
            <a:ext cx="344976" cy="33459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374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90;p1">
            <a:extLst>
              <a:ext uri="{FF2B5EF4-FFF2-40B4-BE49-F238E27FC236}">
                <a16:creationId xmlns:a16="http://schemas.microsoft.com/office/drawing/2014/main" xmlns="" id="{DEAFE1FC-2F64-4F88-A3E4-04CD06110E0F}"/>
              </a:ext>
            </a:extLst>
          </p:cNvPr>
          <p:cNvSpPr txBox="1"/>
          <p:nvPr/>
        </p:nvSpPr>
        <p:spPr>
          <a:xfrm>
            <a:off x="534133" y="1731068"/>
            <a:ext cx="175837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74A"/>
              </a:buClr>
              <a:buSzPts val="12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15374A"/>
                </a:solidFill>
                <a:latin typeface="Calibri"/>
                <a:ea typeface="Calibri"/>
                <a:cs typeface="Calibri"/>
                <a:sym typeface="Calibri"/>
              </a:rPr>
              <a:t>Data Acquisition</a:t>
            </a:r>
            <a:endParaRPr sz="1600" b="1" i="0" u="none" strike="noStrike" cap="none" dirty="0">
              <a:solidFill>
                <a:srgbClr val="1537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91;p1">
            <a:extLst>
              <a:ext uri="{FF2B5EF4-FFF2-40B4-BE49-F238E27FC236}">
                <a16:creationId xmlns:a16="http://schemas.microsoft.com/office/drawing/2014/main" xmlns="" id="{41C2EBB3-5BF7-4F80-947A-B14A03B71943}"/>
              </a:ext>
            </a:extLst>
          </p:cNvPr>
          <p:cNvSpPr/>
          <p:nvPr/>
        </p:nvSpPr>
        <p:spPr>
          <a:xfrm>
            <a:off x="534134" y="1978300"/>
            <a:ext cx="1872928" cy="855299"/>
          </a:xfrm>
          <a:prstGeom prst="roundRect">
            <a:avLst>
              <a:gd name="adj" fmla="val 0"/>
            </a:avLst>
          </a:prstGeom>
          <a:solidFill>
            <a:srgbClr val="15374A"/>
          </a:solidFill>
          <a:ln w="9525" cap="flat" cmpd="sng">
            <a:solidFill>
              <a:srgbClr val="1949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5888" marR="0" lvl="0" indent="-115888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Device settings</a:t>
            </a:r>
            <a:endParaRPr dirty="0"/>
          </a:p>
          <a:p>
            <a:pPr marL="115888" marR="0" lvl="0" indent="-115888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Filtering parameters</a:t>
            </a:r>
          </a:p>
          <a:p>
            <a:pPr marL="115888" marR="0" lvl="0" indent="-115888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Sampling rate</a:t>
            </a:r>
          </a:p>
          <a:p>
            <a:pPr marL="115888" indent="-115888"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Recording/imaging area</a:t>
            </a:r>
            <a:endParaRPr sz="12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92;p1">
            <a:extLst>
              <a:ext uri="{FF2B5EF4-FFF2-40B4-BE49-F238E27FC236}">
                <a16:creationId xmlns:a16="http://schemas.microsoft.com/office/drawing/2014/main" xmlns="" id="{2DA28BAB-00F6-4580-8176-A2700BB88CED}"/>
              </a:ext>
            </a:extLst>
          </p:cNvPr>
          <p:cNvSpPr txBox="1"/>
          <p:nvPr/>
        </p:nvSpPr>
        <p:spPr>
          <a:xfrm>
            <a:off x="6210358" y="3616924"/>
            <a:ext cx="13573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74A"/>
              </a:buClr>
              <a:buSzPts val="12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15374A"/>
                </a:solidFill>
                <a:latin typeface="Calibri"/>
                <a:ea typeface="Calibri"/>
                <a:cs typeface="Calibri"/>
                <a:sym typeface="Calibri"/>
              </a:rPr>
              <a:t>Behavior</a:t>
            </a:r>
            <a:endParaRPr sz="1600" b="1" i="0" u="none" strike="noStrike" cap="none" dirty="0">
              <a:solidFill>
                <a:srgbClr val="1537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93;p1">
            <a:extLst>
              <a:ext uri="{FF2B5EF4-FFF2-40B4-BE49-F238E27FC236}">
                <a16:creationId xmlns:a16="http://schemas.microsoft.com/office/drawing/2014/main" xmlns="" id="{6CCA3F80-5CC1-4CA1-90B6-3D9BCBBA1553}"/>
              </a:ext>
            </a:extLst>
          </p:cNvPr>
          <p:cNvSpPr/>
          <p:nvPr/>
        </p:nvSpPr>
        <p:spPr>
          <a:xfrm>
            <a:off x="6227648" y="3854243"/>
            <a:ext cx="2135335" cy="855299"/>
          </a:xfrm>
          <a:prstGeom prst="roundRect">
            <a:avLst>
              <a:gd name="adj" fmla="val 0"/>
            </a:avLst>
          </a:prstGeom>
          <a:solidFill>
            <a:srgbClr val="15374A"/>
          </a:solidFill>
          <a:ln w="9525" cap="flat" cmpd="sng">
            <a:solidFill>
              <a:srgbClr val="1949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5888" marR="0" lvl="0" indent="-1158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accuracy</a:t>
            </a:r>
          </a:p>
          <a:p>
            <a:pPr marL="115888" marR="0" lvl="0" indent="-1158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response time</a:t>
            </a:r>
            <a:endParaRPr lang="en-US" sz="12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5888" marR="0" lvl="0" indent="-1158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and motion tracking</a:t>
            </a:r>
            <a:endParaRPr dirty="0"/>
          </a:p>
          <a:p>
            <a:pPr marL="115888" marR="0" lvl="0" indent="-1158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Audio</a:t>
            </a:r>
            <a:endParaRPr sz="12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92;p1">
            <a:extLst>
              <a:ext uri="{FF2B5EF4-FFF2-40B4-BE49-F238E27FC236}">
                <a16:creationId xmlns:a16="http://schemas.microsoft.com/office/drawing/2014/main" xmlns="" id="{FACF2BB3-A2CF-4345-BFAD-509D0EFA7437}"/>
              </a:ext>
            </a:extLst>
          </p:cNvPr>
          <p:cNvSpPr txBox="1"/>
          <p:nvPr/>
        </p:nvSpPr>
        <p:spPr>
          <a:xfrm>
            <a:off x="396805" y="3635243"/>
            <a:ext cx="13573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74A"/>
              </a:buClr>
              <a:buSzPts val="12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15374A"/>
                </a:solidFill>
                <a:latin typeface="Calibri"/>
                <a:ea typeface="Calibri"/>
                <a:cs typeface="Calibri"/>
                <a:sym typeface="Calibri"/>
              </a:rPr>
              <a:t>Neural Activity</a:t>
            </a:r>
            <a:endParaRPr sz="1600" b="1" i="0" u="none" strike="noStrike" cap="none" dirty="0">
              <a:solidFill>
                <a:srgbClr val="1537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93;p1">
            <a:extLst>
              <a:ext uri="{FF2B5EF4-FFF2-40B4-BE49-F238E27FC236}">
                <a16:creationId xmlns:a16="http://schemas.microsoft.com/office/drawing/2014/main" xmlns="" id="{0D7CCA4B-A9C5-4184-AE8B-08B92D1D5EB2}"/>
              </a:ext>
            </a:extLst>
          </p:cNvPr>
          <p:cNvSpPr/>
          <p:nvPr/>
        </p:nvSpPr>
        <p:spPr>
          <a:xfrm>
            <a:off x="414096" y="3872563"/>
            <a:ext cx="2463140" cy="858970"/>
          </a:xfrm>
          <a:prstGeom prst="roundRect">
            <a:avLst>
              <a:gd name="adj" fmla="val 0"/>
            </a:avLst>
          </a:prstGeom>
          <a:solidFill>
            <a:srgbClr val="15374A"/>
          </a:solidFill>
          <a:ln w="9525" cap="flat" cmpd="sng">
            <a:solidFill>
              <a:srgbClr val="1949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5888" marR="0" lvl="0" indent="-1158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Extracellular electrophysiology</a:t>
            </a:r>
          </a:p>
          <a:p>
            <a:pPr marL="115888" marR="0" lvl="0" indent="-1158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Intracellular electrophysiology</a:t>
            </a:r>
          </a:p>
          <a:p>
            <a:pPr marL="115888" marR="0" lvl="0" indent="-1158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Two-photon imaging</a:t>
            </a:r>
          </a:p>
          <a:p>
            <a:pPr marL="115888" marR="0" lvl="0" indent="-1158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Functional ultrasound imaging</a:t>
            </a:r>
            <a:endParaRPr sz="12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106;p1">
            <a:extLst>
              <a:ext uri="{FF2B5EF4-FFF2-40B4-BE49-F238E27FC236}">
                <a16:creationId xmlns:a16="http://schemas.microsoft.com/office/drawing/2014/main" xmlns="" id="{E05F7D88-50A6-4383-BB16-EB5B35AC27C1}"/>
              </a:ext>
            </a:extLst>
          </p:cNvPr>
          <p:cNvSpPr/>
          <p:nvPr/>
        </p:nvSpPr>
        <p:spPr>
          <a:xfrm rot="8440847">
            <a:off x="2872209" y="4035353"/>
            <a:ext cx="935616" cy="33459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374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xmlns="" id="{F7B6E189-11DE-4B5E-AE59-FBCC841F6533}"/>
              </a:ext>
            </a:extLst>
          </p:cNvPr>
          <p:cNvGrpSpPr/>
          <p:nvPr/>
        </p:nvGrpSpPr>
        <p:grpSpPr>
          <a:xfrm>
            <a:off x="2577405" y="3468784"/>
            <a:ext cx="612648" cy="612648"/>
            <a:chOff x="3274407" y="6373397"/>
            <a:chExt cx="612980" cy="612979"/>
          </a:xfrm>
        </p:grpSpPr>
        <p:sp>
          <p:nvSpPr>
            <p:cNvPr id="62" name="Rectangle: Rounded Corners 74">
              <a:extLst>
                <a:ext uri="{FF2B5EF4-FFF2-40B4-BE49-F238E27FC236}">
                  <a16:creationId xmlns:a16="http://schemas.microsoft.com/office/drawing/2014/main" xmlns="" id="{60A5C00C-D997-44AD-AD77-EDDF9B280928}"/>
                </a:ext>
              </a:extLst>
            </p:cNvPr>
            <p:cNvSpPr/>
            <p:nvPr/>
          </p:nvSpPr>
          <p:spPr>
            <a:xfrm>
              <a:off x="3274407" y="6373397"/>
              <a:ext cx="612979" cy="612979"/>
            </a:xfrm>
            <a:prstGeom prst="roundRect">
              <a:avLst>
                <a:gd name="adj" fmla="val 10731"/>
              </a:avLst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xmlns="" id="{B6E9A71D-DF6E-4024-94D6-6E7DCEB5B3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93245" y="6444992"/>
              <a:ext cx="594142" cy="469787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xmlns="" id="{8533F0EA-233B-4922-87F3-6B8EB543F41C}"/>
              </a:ext>
            </a:extLst>
          </p:cNvPr>
          <p:cNvGrpSpPr/>
          <p:nvPr/>
        </p:nvGrpSpPr>
        <p:grpSpPr>
          <a:xfrm>
            <a:off x="8030999" y="3450465"/>
            <a:ext cx="670304" cy="615581"/>
            <a:chOff x="3923188" y="1726803"/>
            <a:chExt cx="567853" cy="521494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xmlns="" id="{6CAEF187-8E94-4B99-9C5D-47EF335D9089}"/>
                </a:ext>
              </a:extLst>
            </p:cNvPr>
            <p:cNvGrpSpPr/>
            <p:nvPr/>
          </p:nvGrpSpPr>
          <p:grpSpPr>
            <a:xfrm>
              <a:off x="3923188" y="1726803"/>
              <a:ext cx="521760" cy="521494"/>
              <a:chOff x="3429000" y="4012406"/>
              <a:chExt cx="521760" cy="521494"/>
            </a:xfrm>
          </p:grpSpPr>
          <p:sp>
            <p:nvSpPr>
              <p:cNvPr id="67" name="Rectangle: Rounded Corners 69">
                <a:extLst>
                  <a:ext uri="{FF2B5EF4-FFF2-40B4-BE49-F238E27FC236}">
                    <a16:creationId xmlns:a16="http://schemas.microsoft.com/office/drawing/2014/main" xmlns="" id="{46ADD4FB-21F0-490C-905B-48C9F3F82299}"/>
                  </a:ext>
                </a:extLst>
              </p:cNvPr>
              <p:cNvSpPr/>
              <p:nvPr/>
            </p:nvSpPr>
            <p:spPr>
              <a:xfrm>
                <a:off x="3429000" y="4012406"/>
                <a:ext cx="521494" cy="521494"/>
              </a:xfrm>
              <a:prstGeom prst="roundRect">
                <a:avLst>
                  <a:gd name="adj" fmla="val 10731"/>
                </a:avLst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xmlns="" id="{73A77711-C875-4EBC-A6FD-364AA238DF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6962" y="4192712"/>
                <a:ext cx="38353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xmlns="" id="{11861DC9-C16D-45C2-98AE-3973A32FEF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6962" y="4366528"/>
                <a:ext cx="383798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0" name="Picture 2" descr="File:Twemoji2 1f9c0.svg">
                <a:extLst>
                  <a:ext uri="{FF2B5EF4-FFF2-40B4-BE49-F238E27FC236}">
                    <a16:creationId xmlns:a16="http://schemas.microsoft.com/office/drawing/2014/main" xmlns="" id="{878AD6F0-9FA0-4E08-8018-03B17D4BD4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H="1" flipV="1">
                <a:off x="3776282" y="4023098"/>
                <a:ext cx="154152" cy="1541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" name="Picture 4" descr="Image result for mouse icon">
                <a:extLst>
                  <a:ext uri="{FF2B5EF4-FFF2-40B4-BE49-F238E27FC236}">
                    <a16:creationId xmlns:a16="http://schemas.microsoft.com/office/drawing/2014/main" xmlns="" id="{1D9E7CF6-722E-4805-B459-91333BA634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42"/>
              <a:stretch/>
            </p:blipFill>
            <p:spPr bwMode="auto">
              <a:xfrm>
                <a:off x="3529826" y="4017170"/>
                <a:ext cx="274641" cy="1490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6" name="Arc 65">
              <a:extLst>
                <a:ext uri="{FF2B5EF4-FFF2-40B4-BE49-F238E27FC236}">
                  <a16:creationId xmlns:a16="http://schemas.microsoft.com/office/drawing/2014/main" xmlns="" id="{36D59BD8-3664-49AF-9987-803A471D777C}"/>
                </a:ext>
              </a:extLst>
            </p:cNvPr>
            <p:cNvSpPr/>
            <p:nvPr/>
          </p:nvSpPr>
          <p:spPr>
            <a:xfrm>
              <a:off x="3986216" y="1816951"/>
              <a:ext cx="504825" cy="192023"/>
            </a:xfrm>
            <a:prstGeom prst="arc">
              <a:avLst>
                <a:gd name="adj1" fmla="val 2868603"/>
                <a:gd name="adj2" fmla="val 12375068"/>
              </a:avLst>
            </a:prstGeom>
            <a:ln w="19050">
              <a:prstDash val="sysDash"/>
              <a:headEnd type="none" w="med" len="med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xmlns="" id="{A147092B-0C2D-43D9-AFCE-929CF5ACDA5D}"/>
              </a:ext>
            </a:extLst>
          </p:cNvPr>
          <p:cNvGrpSpPr/>
          <p:nvPr/>
        </p:nvGrpSpPr>
        <p:grpSpPr>
          <a:xfrm>
            <a:off x="5251903" y="746971"/>
            <a:ext cx="667512" cy="612648"/>
            <a:chOff x="3923187" y="2721936"/>
            <a:chExt cx="667512" cy="612648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xmlns="" id="{490778BE-56F6-46DE-988E-1697407FD7B8}"/>
                </a:ext>
              </a:extLst>
            </p:cNvPr>
            <p:cNvGrpSpPr/>
            <p:nvPr/>
          </p:nvGrpSpPr>
          <p:grpSpPr>
            <a:xfrm>
              <a:off x="3923187" y="2721936"/>
              <a:ext cx="613330" cy="612648"/>
              <a:chOff x="3429000" y="4012406"/>
              <a:chExt cx="521760" cy="521494"/>
            </a:xfrm>
          </p:grpSpPr>
          <p:sp>
            <p:nvSpPr>
              <p:cNvPr id="77" name="Rectangle: Rounded Corners 79">
                <a:extLst>
                  <a:ext uri="{FF2B5EF4-FFF2-40B4-BE49-F238E27FC236}">
                    <a16:creationId xmlns:a16="http://schemas.microsoft.com/office/drawing/2014/main" xmlns="" id="{FC567C61-02BE-43BC-BF5B-00B58CD29A58}"/>
                  </a:ext>
                </a:extLst>
              </p:cNvPr>
              <p:cNvSpPr/>
              <p:nvPr/>
            </p:nvSpPr>
            <p:spPr>
              <a:xfrm>
                <a:off x="3429000" y="4012406"/>
                <a:ext cx="521494" cy="521494"/>
              </a:xfrm>
              <a:prstGeom prst="roundRect">
                <a:avLst>
                  <a:gd name="adj" fmla="val 10731"/>
                </a:avLst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xmlns="" id="{597C7B93-EC0B-4843-A781-62CB75DE6C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6962" y="4192712"/>
                <a:ext cx="38353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xmlns="" id="{2110824D-F9C4-4EF8-A877-9FB477089F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6962" y="4366528"/>
                <a:ext cx="383798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0" name="Picture 2" descr="File:Twemoji2 1f9c0.svg">
                <a:extLst>
                  <a:ext uri="{FF2B5EF4-FFF2-40B4-BE49-F238E27FC236}">
                    <a16:creationId xmlns:a16="http://schemas.microsoft.com/office/drawing/2014/main" xmlns="" id="{5A5B871B-2192-4A7B-9324-28EA08801BA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H="1" flipV="1">
                <a:off x="3776282" y="4023098"/>
                <a:ext cx="154152" cy="1541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1" name="Picture 4" descr="Image result for mouse icon">
                <a:extLst>
                  <a:ext uri="{FF2B5EF4-FFF2-40B4-BE49-F238E27FC236}">
                    <a16:creationId xmlns:a16="http://schemas.microsoft.com/office/drawing/2014/main" xmlns="" id="{D5347191-B65F-41EA-9F1B-CC42CB5A71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949" t="1" b="-1"/>
              <a:stretch/>
            </p:blipFill>
            <p:spPr bwMode="auto">
              <a:xfrm flipH="1">
                <a:off x="3646177" y="4176143"/>
                <a:ext cx="300263" cy="1724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74" name="Arc 73">
              <a:extLst>
                <a:ext uri="{FF2B5EF4-FFF2-40B4-BE49-F238E27FC236}">
                  <a16:creationId xmlns:a16="http://schemas.microsoft.com/office/drawing/2014/main" xmlns="" id="{B4B4F5E7-F57D-4F7E-8710-F039DE83A35F}"/>
                </a:ext>
              </a:extLst>
            </p:cNvPr>
            <p:cNvSpPr/>
            <p:nvPr/>
          </p:nvSpPr>
          <p:spPr>
            <a:xfrm>
              <a:off x="3997277" y="2827841"/>
              <a:ext cx="593422" cy="225587"/>
            </a:xfrm>
            <a:prstGeom prst="arc">
              <a:avLst>
                <a:gd name="adj1" fmla="val 9628733"/>
                <a:gd name="adj2" fmla="val 15347771"/>
              </a:avLst>
            </a:prstGeom>
            <a:ln w="19050">
              <a:prstDash val="sysDash"/>
              <a:headEnd type="none" w="med" len="med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Arc 74">
              <a:extLst>
                <a:ext uri="{FF2B5EF4-FFF2-40B4-BE49-F238E27FC236}">
                  <a16:creationId xmlns:a16="http://schemas.microsoft.com/office/drawing/2014/main" xmlns="" id="{84B77428-1CA5-49C5-8159-3D722A871D57}"/>
                </a:ext>
              </a:extLst>
            </p:cNvPr>
            <p:cNvSpPr/>
            <p:nvPr/>
          </p:nvSpPr>
          <p:spPr>
            <a:xfrm flipV="1">
              <a:off x="3997277" y="3008939"/>
              <a:ext cx="593422" cy="225587"/>
            </a:xfrm>
            <a:prstGeom prst="arc">
              <a:avLst>
                <a:gd name="adj1" fmla="val 9614978"/>
                <a:gd name="adj2" fmla="val 15347771"/>
              </a:avLst>
            </a:prstGeom>
            <a:ln w="19050">
              <a:prstDash val="sysDash"/>
              <a:headEnd type="none" w="med" len="med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xmlns="" id="{F2A05923-B911-4640-A459-72539238E32A}"/>
                </a:ext>
              </a:extLst>
            </p:cNvPr>
            <p:cNvSpPr txBox="1"/>
            <p:nvPr/>
          </p:nvSpPr>
          <p:spPr>
            <a:xfrm>
              <a:off x="4011422" y="2915458"/>
              <a:ext cx="2375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rgbClr val="4A7EBB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?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xmlns="" id="{AFB23BE8-9E97-4107-97C7-5AFC1D8797CD}"/>
              </a:ext>
            </a:extLst>
          </p:cNvPr>
          <p:cNvGrpSpPr/>
          <p:nvPr/>
        </p:nvGrpSpPr>
        <p:grpSpPr>
          <a:xfrm>
            <a:off x="7892775" y="1734067"/>
            <a:ext cx="814029" cy="444559"/>
            <a:chOff x="5823050" y="3623414"/>
            <a:chExt cx="814029" cy="444559"/>
          </a:xfrm>
        </p:grpSpPr>
        <p:sp>
          <p:nvSpPr>
            <p:cNvPr id="83" name="Rectangle: Rounded Corners 65">
              <a:extLst>
                <a:ext uri="{FF2B5EF4-FFF2-40B4-BE49-F238E27FC236}">
                  <a16:creationId xmlns:a16="http://schemas.microsoft.com/office/drawing/2014/main" xmlns="" id="{BB403B0D-EF05-44C9-856D-73B02CCE82A0}"/>
                </a:ext>
              </a:extLst>
            </p:cNvPr>
            <p:cNvSpPr/>
            <p:nvPr/>
          </p:nvSpPr>
          <p:spPr>
            <a:xfrm>
              <a:off x="5823050" y="3667135"/>
              <a:ext cx="814029" cy="400838"/>
            </a:xfrm>
            <a:prstGeom prst="roundRect">
              <a:avLst>
                <a:gd name="adj" fmla="val 10731"/>
              </a:avLst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4" name="Picture 4" descr="Image result for mouse icon">
              <a:extLst>
                <a:ext uri="{FF2B5EF4-FFF2-40B4-BE49-F238E27FC236}">
                  <a16:creationId xmlns:a16="http://schemas.microsoft.com/office/drawing/2014/main" xmlns="" id="{938554CE-F93A-44B7-9C58-4CF5EF5C56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312"/>
            <a:stretch/>
          </p:blipFill>
          <p:spPr bwMode="auto">
            <a:xfrm flipH="1">
              <a:off x="5888677" y="3623414"/>
              <a:ext cx="717700" cy="400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5" name="Google Shape;105;p1">
            <a:extLst>
              <a:ext uri="{FF2B5EF4-FFF2-40B4-BE49-F238E27FC236}">
                <a16:creationId xmlns:a16="http://schemas.microsoft.com/office/drawing/2014/main" xmlns="" id="{7CA194D6-B5C4-4B18-8340-E8C571F9B2F0}"/>
              </a:ext>
            </a:extLst>
          </p:cNvPr>
          <p:cNvSpPr/>
          <p:nvPr/>
        </p:nvSpPr>
        <p:spPr>
          <a:xfrm rot="813467">
            <a:off x="2453347" y="2483135"/>
            <a:ext cx="1441059" cy="33459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374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xmlns="" id="{F0222416-71FB-4B0A-B35E-411898B57501}"/>
              </a:ext>
            </a:extLst>
          </p:cNvPr>
          <p:cNvGrpSpPr/>
          <p:nvPr/>
        </p:nvGrpSpPr>
        <p:grpSpPr>
          <a:xfrm>
            <a:off x="2132761" y="1537735"/>
            <a:ext cx="544387" cy="726335"/>
            <a:chOff x="1870075" y="4091432"/>
            <a:chExt cx="615848" cy="821680"/>
          </a:xfrm>
        </p:grpSpPr>
        <p:sp>
          <p:nvSpPr>
            <p:cNvPr id="87" name="Rectangle: Rounded Corners 84">
              <a:extLst>
                <a:ext uri="{FF2B5EF4-FFF2-40B4-BE49-F238E27FC236}">
                  <a16:creationId xmlns:a16="http://schemas.microsoft.com/office/drawing/2014/main" xmlns="" id="{7BCE1F91-314A-4A9B-8A8D-E775EF4E6612}"/>
                </a:ext>
              </a:extLst>
            </p:cNvPr>
            <p:cNvSpPr/>
            <p:nvPr/>
          </p:nvSpPr>
          <p:spPr>
            <a:xfrm>
              <a:off x="1870075" y="4091432"/>
              <a:ext cx="615848" cy="799676"/>
            </a:xfrm>
            <a:prstGeom prst="roundRect">
              <a:avLst>
                <a:gd name="adj" fmla="val 10731"/>
              </a:avLst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xmlns="" id="{F6C7B362-76C6-4798-8102-62CB6E63A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14469" y="4113436"/>
              <a:ext cx="565104" cy="799676"/>
            </a:xfrm>
            <a:prstGeom prst="rect">
              <a:avLst/>
            </a:prstGeom>
          </p:spPr>
        </p:pic>
        <p:sp>
          <p:nvSpPr>
            <p:cNvPr id="89" name="Oval 88">
              <a:extLst>
                <a:ext uri="{FF2B5EF4-FFF2-40B4-BE49-F238E27FC236}">
                  <a16:creationId xmlns:a16="http://schemas.microsoft.com/office/drawing/2014/main" xmlns="" id="{7825FA7A-DEDC-4555-848B-50CA147E1C59}"/>
                </a:ext>
              </a:extLst>
            </p:cNvPr>
            <p:cNvSpPr/>
            <p:nvPr/>
          </p:nvSpPr>
          <p:spPr>
            <a:xfrm>
              <a:off x="2379191" y="4434425"/>
              <a:ext cx="45720" cy="4572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0" name="Google Shape;105;p1">
            <a:extLst>
              <a:ext uri="{FF2B5EF4-FFF2-40B4-BE49-F238E27FC236}">
                <a16:creationId xmlns:a16="http://schemas.microsoft.com/office/drawing/2014/main" xmlns="" id="{7CA194D6-B5C4-4B18-8340-E8C571F9B2F0}"/>
              </a:ext>
            </a:extLst>
          </p:cNvPr>
          <p:cNvSpPr/>
          <p:nvPr/>
        </p:nvSpPr>
        <p:spPr>
          <a:xfrm rot="20786533" flipH="1">
            <a:off x="5231468" y="2483135"/>
            <a:ext cx="1441059" cy="33459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374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106;p1">
            <a:extLst>
              <a:ext uri="{FF2B5EF4-FFF2-40B4-BE49-F238E27FC236}">
                <a16:creationId xmlns:a16="http://schemas.microsoft.com/office/drawing/2014/main" xmlns="" id="{E05F7D88-50A6-4383-BB16-EB5B35AC27C1}"/>
              </a:ext>
            </a:extLst>
          </p:cNvPr>
          <p:cNvSpPr/>
          <p:nvPr/>
        </p:nvSpPr>
        <p:spPr>
          <a:xfrm rot="13159153" flipH="1">
            <a:off x="5265149" y="4006707"/>
            <a:ext cx="935616" cy="33459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374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8722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50</Words>
  <Application>Microsoft Macintosh PowerPoint</Application>
  <PresentationFormat>On-screen Show (4:3)</PresentationFormat>
  <Paragraphs>27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LBNL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Oliver Ruebel</dc:creator>
  <cp:lastModifiedBy>Oliver Ruebel</cp:lastModifiedBy>
  <cp:revision>1</cp:revision>
  <dcterms:created xsi:type="dcterms:W3CDTF">2019-09-19T00:10:38Z</dcterms:created>
  <dcterms:modified xsi:type="dcterms:W3CDTF">2019-09-19T00:17:12Z</dcterms:modified>
</cp:coreProperties>
</file>