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8686800" cy="374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81" userDrawn="1">
          <p15:clr>
            <a:srgbClr val="A4A3A4"/>
          </p15:clr>
        </p15:guide>
        <p15:guide id="2" pos="27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7E3A"/>
    <a:srgbClr val="8F8F8F"/>
    <a:srgbClr val="0A4D7C"/>
    <a:srgbClr val="A5ADB5"/>
    <a:srgbClr val="9452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9"/>
    <p:restoredTop sz="94637"/>
  </p:normalViewPr>
  <p:slideViewPr>
    <p:cSldViewPr snapToGrid="0" showGuides="1">
      <p:cViewPr>
        <p:scale>
          <a:sx n="194" d="100"/>
          <a:sy n="194" d="100"/>
        </p:scale>
        <p:origin x="264" y="904"/>
      </p:cViewPr>
      <p:guideLst>
        <p:guide orient="horz" pos="1181"/>
        <p:guide pos="27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850" y="613663"/>
            <a:ext cx="6515100" cy="1305442"/>
          </a:xfrm>
        </p:spPr>
        <p:txBody>
          <a:bodyPr anchor="b"/>
          <a:lstStyle>
            <a:lvl1pPr algn="ctr"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5850" y="1969448"/>
            <a:ext cx="6515100" cy="905303"/>
          </a:xfrm>
        </p:spPr>
        <p:txBody>
          <a:bodyPr/>
          <a:lstStyle>
            <a:lvl1pPr marL="0" indent="0" algn="ctr">
              <a:buNone/>
              <a:defRPr sz="1312"/>
            </a:lvl1pPr>
            <a:lvl2pPr marL="249997" indent="0" algn="ctr">
              <a:buNone/>
              <a:defRPr sz="1094"/>
            </a:lvl2pPr>
            <a:lvl3pPr marL="499994" indent="0" algn="ctr">
              <a:buNone/>
              <a:defRPr sz="984"/>
            </a:lvl3pPr>
            <a:lvl4pPr marL="749991" indent="0" algn="ctr">
              <a:buNone/>
              <a:defRPr sz="875"/>
            </a:lvl4pPr>
            <a:lvl5pPr marL="999988" indent="0" algn="ctr">
              <a:buNone/>
              <a:defRPr sz="875"/>
            </a:lvl5pPr>
            <a:lvl6pPr marL="1249985" indent="0" algn="ctr">
              <a:buNone/>
              <a:defRPr sz="875"/>
            </a:lvl6pPr>
            <a:lvl7pPr marL="1499982" indent="0" algn="ctr">
              <a:buNone/>
              <a:defRPr sz="875"/>
            </a:lvl7pPr>
            <a:lvl8pPr marL="1749979" indent="0" algn="ctr">
              <a:buNone/>
              <a:defRPr sz="875"/>
            </a:lvl8pPr>
            <a:lvl9pPr marL="1999976" indent="0" algn="ctr">
              <a:buNone/>
              <a:defRPr sz="87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60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72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3" y="934816"/>
            <a:ext cx="7492365" cy="1559760"/>
          </a:xfrm>
        </p:spPr>
        <p:txBody>
          <a:bodyPr anchor="b"/>
          <a:lstStyle>
            <a:lvl1pPr>
              <a:defRPr sz="32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693" y="2509332"/>
            <a:ext cx="7492365" cy="820241"/>
          </a:xfrm>
        </p:spPr>
        <p:txBody>
          <a:bodyPr/>
          <a:lstStyle>
            <a:lvl1pPr marL="0" indent="0">
              <a:buNone/>
              <a:defRPr sz="1312">
                <a:solidFill>
                  <a:schemeClr val="tx1">
                    <a:tint val="82000"/>
                  </a:schemeClr>
                </a:solidFill>
              </a:defRPr>
            </a:lvl1pPr>
            <a:lvl2pPr marL="249997" indent="0">
              <a:buNone/>
              <a:defRPr sz="1094">
                <a:solidFill>
                  <a:schemeClr val="tx1">
                    <a:tint val="82000"/>
                  </a:schemeClr>
                </a:solidFill>
              </a:defRPr>
            </a:lvl2pPr>
            <a:lvl3pPr marL="499994" indent="0">
              <a:buNone/>
              <a:defRPr sz="984">
                <a:solidFill>
                  <a:schemeClr val="tx1">
                    <a:tint val="82000"/>
                  </a:schemeClr>
                </a:solidFill>
              </a:defRPr>
            </a:lvl3pPr>
            <a:lvl4pPr marL="749991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4pPr>
            <a:lvl5pPr marL="999988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5pPr>
            <a:lvl6pPr marL="1249985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6pPr>
            <a:lvl7pPr marL="1499982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7pPr>
            <a:lvl8pPr marL="1749979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8pPr>
            <a:lvl9pPr marL="1999976" indent="0">
              <a:buNone/>
              <a:defRPr sz="875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036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218" y="998178"/>
            <a:ext cx="3691890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7693" y="998178"/>
            <a:ext cx="3691890" cy="23791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417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199636"/>
            <a:ext cx="7492365" cy="7247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349" y="919191"/>
            <a:ext cx="3674923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349" y="1369673"/>
            <a:ext cx="3674923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7693" y="919191"/>
            <a:ext cx="3693021" cy="450482"/>
          </a:xfrm>
        </p:spPr>
        <p:txBody>
          <a:bodyPr anchor="b"/>
          <a:lstStyle>
            <a:lvl1pPr marL="0" indent="0">
              <a:buNone/>
              <a:defRPr sz="1312" b="1"/>
            </a:lvl1pPr>
            <a:lvl2pPr marL="249997" indent="0">
              <a:buNone/>
              <a:defRPr sz="1094" b="1"/>
            </a:lvl2pPr>
            <a:lvl3pPr marL="499994" indent="0">
              <a:buNone/>
              <a:defRPr sz="984" b="1"/>
            </a:lvl3pPr>
            <a:lvl4pPr marL="749991" indent="0">
              <a:buNone/>
              <a:defRPr sz="875" b="1"/>
            </a:lvl4pPr>
            <a:lvl5pPr marL="999988" indent="0">
              <a:buNone/>
              <a:defRPr sz="875" b="1"/>
            </a:lvl5pPr>
            <a:lvl6pPr marL="1249985" indent="0">
              <a:buNone/>
              <a:defRPr sz="875" b="1"/>
            </a:lvl6pPr>
            <a:lvl7pPr marL="1499982" indent="0">
              <a:buNone/>
              <a:defRPr sz="875" b="1"/>
            </a:lvl7pPr>
            <a:lvl8pPr marL="1749979" indent="0">
              <a:buNone/>
              <a:defRPr sz="875" b="1"/>
            </a:lvl8pPr>
            <a:lvl9pPr marL="1999976" indent="0">
              <a:buNone/>
              <a:defRPr sz="87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7693" y="1369673"/>
            <a:ext cx="3693021" cy="20145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47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9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646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249978"/>
            <a:ext cx="2801719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021" y="539884"/>
            <a:ext cx="4397693" cy="2664700"/>
          </a:xfrm>
        </p:spPr>
        <p:txBody>
          <a:bodyPr/>
          <a:lstStyle>
            <a:lvl1pPr>
              <a:defRPr sz="1750"/>
            </a:lvl1pPr>
            <a:lvl2pPr>
              <a:defRPr sz="1531"/>
            </a:lvl2pPr>
            <a:lvl3pPr>
              <a:defRPr sz="1312"/>
            </a:lvl3pPr>
            <a:lvl4pPr>
              <a:defRPr sz="1094"/>
            </a:lvl4pPr>
            <a:lvl5pPr>
              <a:defRPr sz="1094"/>
            </a:lvl5pPr>
            <a:lvl6pPr>
              <a:defRPr sz="1094"/>
            </a:lvl6pPr>
            <a:lvl7pPr>
              <a:defRPr sz="1094"/>
            </a:lvl7pPr>
            <a:lvl8pPr>
              <a:defRPr sz="1094"/>
            </a:lvl8pPr>
            <a:lvl9pPr>
              <a:defRPr sz="109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124903"/>
            <a:ext cx="2801719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27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249978"/>
            <a:ext cx="2801719" cy="874924"/>
          </a:xfrm>
        </p:spPr>
        <p:txBody>
          <a:bodyPr anchor="b"/>
          <a:lstStyle>
            <a:lvl1pPr>
              <a:defRPr sz="17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3021" y="539884"/>
            <a:ext cx="4397693" cy="2664700"/>
          </a:xfrm>
        </p:spPr>
        <p:txBody>
          <a:bodyPr anchor="t"/>
          <a:lstStyle>
            <a:lvl1pPr marL="0" indent="0">
              <a:buNone/>
              <a:defRPr sz="1750"/>
            </a:lvl1pPr>
            <a:lvl2pPr marL="249997" indent="0">
              <a:buNone/>
              <a:defRPr sz="1531"/>
            </a:lvl2pPr>
            <a:lvl3pPr marL="499994" indent="0">
              <a:buNone/>
              <a:defRPr sz="1312"/>
            </a:lvl3pPr>
            <a:lvl4pPr marL="749991" indent="0">
              <a:buNone/>
              <a:defRPr sz="1094"/>
            </a:lvl4pPr>
            <a:lvl5pPr marL="999988" indent="0">
              <a:buNone/>
              <a:defRPr sz="1094"/>
            </a:lvl5pPr>
            <a:lvl6pPr marL="1249985" indent="0">
              <a:buNone/>
              <a:defRPr sz="1094"/>
            </a:lvl6pPr>
            <a:lvl7pPr marL="1499982" indent="0">
              <a:buNone/>
              <a:defRPr sz="1094"/>
            </a:lvl7pPr>
            <a:lvl8pPr marL="1749979" indent="0">
              <a:buNone/>
              <a:defRPr sz="1094"/>
            </a:lvl8pPr>
            <a:lvl9pPr marL="1999976" indent="0">
              <a:buNone/>
              <a:defRPr sz="109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124903"/>
            <a:ext cx="2801719" cy="2084021"/>
          </a:xfrm>
        </p:spPr>
        <p:txBody>
          <a:bodyPr/>
          <a:lstStyle>
            <a:lvl1pPr marL="0" indent="0">
              <a:buNone/>
              <a:defRPr sz="875"/>
            </a:lvl1pPr>
            <a:lvl2pPr marL="249997" indent="0">
              <a:buNone/>
              <a:defRPr sz="766"/>
            </a:lvl2pPr>
            <a:lvl3pPr marL="499994" indent="0">
              <a:buNone/>
              <a:defRPr sz="656"/>
            </a:lvl3pPr>
            <a:lvl4pPr marL="749991" indent="0">
              <a:buNone/>
              <a:defRPr sz="547"/>
            </a:lvl4pPr>
            <a:lvl5pPr marL="999988" indent="0">
              <a:buNone/>
              <a:defRPr sz="547"/>
            </a:lvl5pPr>
            <a:lvl6pPr marL="1249985" indent="0">
              <a:buNone/>
              <a:defRPr sz="547"/>
            </a:lvl6pPr>
            <a:lvl7pPr marL="1499982" indent="0">
              <a:buNone/>
              <a:defRPr sz="547"/>
            </a:lvl7pPr>
            <a:lvl8pPr marL="1749979" indent="0">
              <a:buNone/>
              <a:defRPr sz="547"/>
            </a:lvl8pPr>
            <a:lvl9pPr marL="1999976" indent="0">
              <a:buNone/>
              <a:defRPr sz="54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4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93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16491" y="199636"/>
            <a:ext cx="1873091" cy="3177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7217" y="199636"/>
            <a:ext cx="5510689" cy="3177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6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218" y="199636"/>
            <a:ext cx="7492365" cy="7247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218" y="998178"/>
            <a:ext cx="7492365" cy="2379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218" y="3475394"/>
            <a:ext cx="1954530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E329F7-8AA7-6F4A-811F-38F97C8F831B}" type="datetimeFigureOut">
              <a:rPr lang="en-US" smtClean="0"/>
              <a:t>8/20/26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7503" y="3475394"/>
            <a:ext cx="2931795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5053" y="3475394"/>
            <a:ext cx="1954530" cy="1996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1012C2-2B44-2049-BCF0-1C9855383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46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99994" rtl="0" eaLnBrk="1" latinLnBrk="0" hangingPunct="1">
        <a:lnSpc>
          <a:spcPct val="90000"/>
        </a:lnSpc>
        <a:spcBef>
          <a:spcPct val="0"/>
        </a:spcBef>
        <a:buNone/>
        <a:defRPr sz="240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4998" indent="-124998" algn="l" defTabSz="499994" rtl="0" eaLnBrk="1" latinLnBrk="0" hangingPunct="1">
        <a:lnSpc>
          <a:spcPct val="90000"/>
        </a:lnSpc>
        <a:spcBef>
          <a:spcPts val="547"/>
        </a:spcBef>
        <a:buFont typeface="Arial" panose="020B0604020202020204" pitchFamily="34" charset="0"/>
        <a:buChar char="•"/>
        <a:defRPr sz="1531" kern="1200">
          <a:solidFill>
            <a:schemeClr val="tx1"/>
          </a:solidFill>
          <a:latin typeface="+mn-lt"/>
          <a:ea typeface="+mn-ea"/>
          <a:cs typeface="+mn-cs"/>
        </a:defRPr>
      </a:lvl1pPr>
      <a:lvl2pPr marL="374995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312" kern="1200">
          <a:solidFill>
            <a:schemeClr val="tx1"/>
          </a:solidFill>
          <a:latin typeface="+mn-lt"/>
          <a:ea typeface="+mn-ea"/>
          <a:cs typeface="+mn-cs"/>
        </a:defRPr>
      </a:lvl2pPr>
      <a:lvl3pPr marL="624992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1094" kern="1200">
          <a:solidFill>
            <a:schemeClr val="tx1"/>
          </a:solidFill>
          <a:latin typeface="+mn-lt"/>
          <a:ea typeface="+mn-ea"/>
          <a:cs typeface="+mn-cs"/>
        </a:defRPr>
      </a:lvl3pPr>
      <a:lvl4pPr marL="874989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1124986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374983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624980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874977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2124974" indent="-124998" algn="l" defTabSz="499994" rtl="0" eaLnBrk="1" latinLnBrk="0" hangingPunct="1">
        <a:lnSpc>
          <a:spcPct val="90000"/>
        </a:lnSpc>
        <a:spcBef>
          <a:spcPts val="273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1pPr>
      <a:lvl2pPr marL="249997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2pPr>
      <a:lvl3pPr marL="499994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3pPr>
      <a:lvl4pPr marL="749991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4pPr>
      <a:lvl5pPr marL="999988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5pPr>
      <a:lvl6pPr marL="1249985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6pPr>
      <a:lvl7pPr marL="1499982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7pPr>
      <a:lvl8pPr marL="1749979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8pPr>
      <a:lvl9pPr marL="1999976" algn="l" defTabSz="499994" rtl="0" eaLnBrk="1" latinLnBrk="0" hangingPunct="1">
        <a:defRPr sz="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7CEDA924-AA51-DF1F-E2A9-CD0BFA9E2EE3}"/>
              </a:ext>
            </a:extLst>
          </p:cNvPr>
          <p:cNvSpPr/>
          <p:nvPr/>
        </p:nvSpPr>
        <p:spPr>
          <a:xfrm>
            <a:off x="1" y="0"/>
            <a:ext cx="8686800" cy="3749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 44">
            <a:extLst>
              <a:ext uri="{FF2B5EF4-FFF2-40B4-BE49-F238E27FC236}">
                <a16:creationId xmlns:a16="http://schemas.microsoft.com/office/drawing/2014/main" id="{52721B6D-6BD3-6FA2-71DB-CA5F8D4CCEDA}"/>
              </a:ext>
            </a:extLst>
          </p:cNvPr>
          <p:cNvSpPr/>
          <p:nvPr/>
        </p:nvSpPr>
        <p:spPr>
          <a:xfrm>
            <a:off x="3904941" y="-1"/>
            <a:ext cx="4765644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0A4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ED38D3A1-0B0B-DC34-17E7-4CE045CA417B}"/>
              </a:ext>
            </a:extLst>
          </p:cNvPr>
          <p:cNvSpPr/>
          <p:nvPr/>
        </p:nvSpPr>
        <p:spPr>
          <a:xfrm>
            <a:off x="4074745" y="-1"/>
            <a:ext cx="4560892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EC7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F168D3EC-F566-EF34-0696-19843018D75B}"/>
              </a:ext>
            </a:extLst>
          </p:cNvPr>
          <p:cNvSpPr/>
          <p:nvPr/>
        </p:nvSpPr>
        <p:spPr>
          <a:xfrm>
            <a:off x="4267122" y="-1"/>
            <a:ext cx="4380210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qnwb-logo.png">
            <a:extLst>
              <a:ext uri="{FF2B5EF4-FFF2-40B4-BE49-F238E27FC236}">
                <a16:creationId xmlns:a16="http://schemas.microsoft.com/office/drawing/2014/main" id="{392F292A-4438-84B8-D678-4CE3C1AF8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223" y="2046761"/>
            <a:ext cx="2788860" cy="13442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A55C37F9-5AC9-2CC7-CBCB-19C20CB26667}"/>
              </a:ext>
            </a:extLst>
          </p:cNvPr>
          <p:cNvSpPr txBox="1"/>
          <p:nvPr/>
        </p:nvSpPr>
        <p:spPr>
          <a:xfrm>
            <a:off x="1246265" y="384762"/>
            <a:ext cx="30572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 err="1">
                <a:solidFill>
                  <a:srgbClr val="0A4D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AqNWB</a:t>
            </a:r>
            <a:r>
              <a:rPr lang="en-US" sz="3600" b="1" dirty="0">
                <a:solidFill>
                  <a:srgbClr val="0A4D7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0.4.0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43F347D-EC29-D201-5C25-314FE765CD1A}"/>
              </a:ext>
            </a:extLst>
          </p:cNvPr>
          <p:cNvSpPr txBox="1"/>
          <p:nvPr/>
        </p:nvSpPr>
        <p:spPr>
          <a:xfrm>
            <a:off x="1243187" y="968890"/>
            <a:ext cx="28889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8F8F8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 major release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7AE0D6B-AA31-3086-994F-7A72AC93B73F}"/>
              </a:ext>
            </a:extLst>
          </p:cNvPr>
          <p:cNvSpPr/>
          <p:nvPr/>
        </p:nvSpPr>
        <p:spPr>
          <a:xfrm>
            <a:off x="5385265" y="1674129"/>
            <a:ext cx="2215160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EventsTable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5C073BD-773A-ECD0-5136-25F1D7B95C68}"/>
              </a:ext>
            </a:extLst>
          </p:cNvPr>
          <p:cNvSpPr/>
          <p:nvPr/>
        </p:nvSpPr>
        <p:spPr>
          <a:xfrm>
            <a:off x="4854871" y="456408"/>
            <a:ext cx="2745553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Acquire table data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505BBB6-2C90-3763-E34B-3EAEDEBABAC1}"/>
              </a:ext>
            </a:extLst>
          </p:cNvPr>
          <p:cNvSpPr/>
          <p:nvPr/>
        </p:nvSpPr>
        <p:spPr>
          <a:xfrm>
            <a:off x="5085455" y="1067659"/>
            <a:ext cx="2514970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Stream remote files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BE5D3690-F4D9-AF9C-E428-3D2861177FAC}"/>
              </a:ext>
            </a:extLst>
          </p:cNvPr>
          <p:cNvSpPr/>
          <p:nvPr/>
        </p:nvSpPr>
        <p:spPr>
          <a:xfrm>
            <a:off x="5766761" y="2890188"/>
            <a:ext cx="1833664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TimeIntervals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20A81896-2F1E-9D35-8B9B-E61C3460ABEE}"/>
              </a:ext>
            </a:extLst>
          </p:cNvPr>
          <p:cNvSpPr/>
          <p:nvPr/>
        </p:nvSpPr>
        <p:spPr>
          <a:xfrm>
            <a:off x="5580129" y="2280599"/>
            <a:ext cx="2020296" cy="457200"/>
          </a:xfrm>
          <a:prstGeom prst="roundRect">
            <a:avLst>
              <a:gd name="adj" fmla="val 50000"/>
            </a:avLst>
          </a:prstGeom>
          <a:solidFill>
            <a:srgbClr val="0A4D7C"/>
          </a:solidFill>
          <a:ln>
            <a:solidFill>
              <a:srgbClr val="0A4D7C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  <a:softEdge rad="25361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MeaningsTable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Freeform 46">
            <a:extLst>
              <a:ext uri="{FF2B5EF4-FFF2-40B4-BE49-F238E27FC236}">
                <a16:creationId xmlns:a16="http://schemas.microsoft.com/office/drawing/2014/main" id="{E3051AEA-C751-AE4F-5D36-9EC382E3D0D2}"/>
              </a:ext>
            </a:extLst>
          </p:cNvPr>
          <p:cNvSpPr/>
          <p:nvPr/>
        </p:nvSpPr>
        <p:spPr>
          <a:xfrm rot="10800000">
            <a:off x="4325" y="-1029"/>
            <a:ext cx="1053823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0A4D7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 47">
            <a:extLst>
              <a:ext uri="{FF2B5EF4-FFF2-40B4-BE49-F238E27FC236}">
                <a16:creationId xmlns:a16="http://schemas.microsoft.com/office/drawing/2014/main" id="{298DB1D8-4772-3704-3A4E-B82889D0A136}"/>
              </a:ext>
            </a:extLst>
          </p:cNvPr>
          <p:cNvSpPr/>
          <p:nvPr/>
        </p:nvSpPr>
        <p:spPr>
          <a:xfrm rot="10800000">
            <a:off x="0" y="-1"/>
            <a:ext cx="1008546" cy="3749675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EC7E3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8EB9ADE4-A37B-F445-D44A-8163CF3C8032}"/>
              </a:ext>
            </a:extLst>
          </p:cNvPr>
          <p:cNvSpPr/>
          <p:nvPr/>
        </p:nvSpPr>
        <p:spPr>
          <a:xfrm rot="10800000">
            <a:off x="-7371" y="-2059"/>
            <a:ext cx="968592" cy="3749676"/>
          </a:xfrm>
          <a:custGeom>
            <a:avLst/>
            <a:gdLst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149418 w 3619641"/>
              <a:gd name="csY0" fmla="*/ 0 h 3305331"/>
              <a:gd name="csX1" fmla="*/ 659084 w 3619641"/>
              <a:gd name="csY1" fmla="*/ 1296649 h 3305331"/>
              <a:gd name="csX2" fmla="*/ 966382 w 3619641"/>
              <a:gd name="csY2" fmla="*/ 2226039 h 3305331"/>
              <a:gd name="csX3" fmla="*/ 1048828 w 3619641"/>
              <a:gd name="csY3" fmla="*/ 2840636 h 3305331"/>
              <a:gd name="csX4" fmla="*/ 1093798 w 3619641"/>
              <a:gd name="csY4" fmla="*/ 3305331 h 3305331"/>
              <a:gd name="csX5" fmla="*/ 3619641 w 3619641"/>
              <a:gd name="csY5" fmla="*/ 3297836 h 3305331"/>
              <a:gd name="csX6" fmla="*/ 3604651 w 3619641"/>
              <a:gd name="csY6" fmla="*/ 7495 h 3305331"/>
              <a:gd name="csX7" fmla="*/ 149418 w 3619641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816964 w 3470223"/>
              <a:gd name="csY2" fmla="*/ 2226039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899410 w 3470223"/>
              <a:gd name="csY3" fmla="*/ 2840636 h 3305331"/>
              <a:gd name="csX4" fmla="*/ 944380 w 3470223"/>
              <a:gd name="csY4" fmla="*/ 3305331 h 3305331"/>
              <a:gd name="csX5" fmla="*/ 3470223 w 3470223"/>
              <a:gd name="csY5" fmla="*/ 3297836 h 3305331"/>
              <a:gd name="csX6" fmla="*/ 3455233 w 3470223"/>
              <a:gd name="csY6" fmla="*/ 7495 h 3305331"/>
              <a:gd name="csX7" fmla="*/ 0 w 3470223"/>
              <a:gd name="csY7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764499 w 3470223"/>
              <a:gd name="csY2" fmla="*/ 2031167 h 3305331"/>
              <a:gd name="csX3" fmla="*/ 944380 w 3470223"/>
              <a:gd name="csY3" fmla="*/ 3305331 h 3305331"/>
              <a:gd name="csX4" fmla="*/ 3470223 w 3470223"/>
              <a:gd name="csY4" fmla="*/ 3297836 h 3305331"/>
              <a:gd name="csX5" fmla="*/ 3455233 w 3470223"/>
              <a:gd name="csY5" fmla="*/ 7495 h 3305331"/>
              <a:gd name="csX6" fmla="*/ 0 w 3470223"/>
              <a:gd name="csY6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  <a:gd name="csX0" fmla="*/ 0 w 3470223"/>
              <a:gd name="csY0" fmla="*/ 0 h 3305331"/>
              <a:gd name="csX1" fmla="*/ 509666 w 3470223"/>
              <a:gd name="csY1" fmla="*/ 1296649 h 3305331"/>
              <a:gd name="csX2" fmla="*/ 944380 w 3470223"/>
              <a:gd name="csY2" fmla="*/ 3305331 h 3305331"/>
              <a:gd name="csX3" fmla="*/ 3470223 w 3470223"/>
              <a:gd name="csY3" fmla="*/ 3297836 h 3305331"/>
              <a:gd name="csX4" fmla="*/ 3455233 w 3470223"/>
              <a:gd name="csY4" fmla="*/ 7495 h 3305331"/>
              <a:gd name="csX5" fmla="*/ 0 w 3470223"/>
              <a:gd name="csY5" fmla="*/ 0 h 3305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470223" h="3305331">
                <a:moveTo>
                  <a:pt x="0" y="0"/>
                </a:moveTo>
                <a:cubicBezTo>
                  <a:pt x="513413" y="357266"/>
                  <a:pt x="352269" y="745760"/>
                  <a:pt x="509666" y="1296649"/>
                </a:cubicBezTo>
                <a:cubicBezTo>
                  <a:pt x="667063" y="1847538"/>
                  <a:pt x="1320383" y="2192312"/>
                  <a:pt x="944380" y="3305331"/>
                </a:cubicBezTo>
                <a:lnTo>
                  <a:pt x="3470223" y="3297836"/>
                </a:lnTo>
                <a:cubicBezTo>
                  <a:pt x="3465226" y="2201056"/>
                  <a:pt x="3460230" y="1104275"/>
                  <a:pt x="3455233" y="7495"/>
                </a:cubicBezTo>
                <a:lnTo>
                  <a:pt x="0" y="0"/>
                </a:lnTo>
                <a:close/>
              </a:path>
            </a:pathLst>
          </a:custGeom>
          <a:solidFill>
            <a:srgbClr val="8F8F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32A67CC-4EB9-F4CE-809F-40285AE29296}"/>
              </a:ext>
            </a:extLst>
          </p:cNvPr>
          <p:cNvSpPr/>
          <p:nvPr/>
        </p:nvSpPr>
        <p:spPr>
          <a:xfrm>
            <a:off x="8288806" y="-2059"/>
            <a:ext cx="405368" cy="3749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12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14</Words>
  <Application>Microsoft Macintosh PowerPoint</Application>
  <PresentationFormat>Custom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Oliver Ruebel</dc:creator>
  <cp:lastModifiedBy>Oliver Ruebel</cp:lastModifiedBy>
  <cp:revision>4</cp:revision>
  <dcterms:created xsi:type="dcterms:W3CDTF">2026-08-21T05:21:51Z</dcterms:created>
  <dcterms:modified xsi:type="dcterms:W3CDTF">2026-08-21T07:09:38Z</dcterms:modified>
</cp:coreProperties>
</file>