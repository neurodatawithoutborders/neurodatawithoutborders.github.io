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686800" cy="374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E3A"/>
    <a:srgbClr val="8F8F8F"/>
    <a:srgbClr val="0A4D7C"/>
    <a:srgbClr val="A5ADB5"/>
    <a:srgbClr val="94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4655"/>
  </p:normalViewPr>
  <p:slideViewPr>
    <p:cSldViewPr snapToGrid="0" showGuides="1">
      <p:cViewPr varScale="1">
        <p:scale>
          <a:sx n="198" d="100"/>
          <a:sy n="198" d="100"/>
        </p:scale>
        <p:origin x="192" y="976"/>
      </p:cViewPr>
      <p:guideLst>
        <p:guide orient="horz" pos="1181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0" y="613663"/>
            <a:ext cx="6515100" cy="1305442"/>
          </a:xfrm>
        </p:spPr>
        <p:txBody>
          <a:bodyPr anchor="b"/>
          <a:lstStyle>
            <a:lvl1pPr algn="ctr"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1969448"/>
            <a:ext cx="6515100" cy="905303"/>
          </a:xfrm>
        </p:spPr>
        <p:txBody>
          <a:bodyPr/>
          <a:lstStyle>
            <a:lvl1pPr marL="0" indent="0" algn="ctr">
              <a:buNone/>
              <a:defRPr sz="1312"/>
            </a:lvl1pPr>
            <a:lvl2pPr marL="249997" indent="0" algn="ctr">
              <a:buNone/>
              <a:defRPr sz="1094"/>
            </a:lvl2pPr>
            <a:lvl3pPr marL="499994" indent="0" algn="ctr">
              <a:buNone/>
              <a:defRPr sz="984"/>
            </a:lvl3pPr>
            <a:lvl4pPr marL="749991" indent="0" algn="ctr">
              <a:buNone/>
              <a:defRPr sz="875"/>
            </a:lvl4pPr>
            <a:lvl5pPr marL="999988" indent="0" algn="ctr">
              <a:buNone/>
              <a:defRPr sz="875"/>
            </a:lvl5pPr>
            <a:lvl6pPr marL="1249985" indent="0" algn="ctr">
              <a:buNone/>
              <a:defRPr sz="875"/>
            </a:lvl6pPr>
            <a:lvl7pPr marL="1499982" indent="0" algn="ctr">
              <a:buNone/>
              <a:defRPr sz="875"/>
            </a:lvl7pPr>
            <a:lvl8pPr marL="1749979" indent="0" algn="ctr">
              <a:buNone/>
              <a:defRPr sz="875"/>
            </a:lvl8pPr>
            <a:lvl9pPr marL="1999976" indent="0" algn="ctr">
              <a:buNone/>
              <a:defRPr sz="8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6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2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3" y="934816"/>
            <a:ext cx="7492365" cy="1559760"/>
          </a:xfrm>
        </p:spPr>
        <p:txBody>
          <a:bodyPr anchor="b"/>
          <a:lstStyle>
            <a:lvl1pPr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3" y="2509332"/>
            <a:ext cx="7492365" cy="820241"/>
          </a:xfrm>
        </p:spPr>
        <p:txBody>
          <a:bodyPr/>
          <a:lstStyle>
            <a:lvl1pPr marL="0" indent="0">
              <a:buNone/>
              <a:defRPr sz="1312">
                <a:solidFill>
                  <a:schemeClr val="tx1">
                    <a:tint val="82000"/>
                  </a:schemeClr>
                </a:solidFill>
              </a:defRPr>
            </a:lvl1pPr>
            <a:lvl2pPr marL="249997" indent="0">
              <a:buNone/>
              <a:defRPr sz="1094">
                <a:solidFill>
                  <a:schemeClr val="tx1">
                    <a:tint val="82000"/>
                  </a:schemeClr>
                </a:solidFill>
              </a:defRPr>
            </a:lvl2pPr>
            <a:lvl3pPr marL="499994" indent="0">
              <a:buNone/>
              <a:defRPr sz="984">
                <a:solidFill>
                  <a:schemeClr val="tx1">
                    <a:tint val="82000"/>
                  </a:schemeClr>
                </a:solidFill>
              </a:defRPr>
            </a:lvl3pPr>
            <a:lvl4pPr marL="749991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4pPr>
            <a:lvl5pPr marL="999988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5pPr>
            <a:lvl6pPr marL="1249985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6pPr>
            <a:lvl7pPr marL="1499982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7pPr>
            <a:lvl8pPr marL="1749979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8pPr>
            <a:lvl9pPr marL="1999976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998178"/>
            <a:ext cx="3691890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998178"/>
            <a:ext cx="3691890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17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199636"/>
            <a:ext cx="7492365" cy="724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49" y="919191"/>
            <a:ext cx="3674923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49" y="1369673"/>
            <a:ext cx="3674923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919191"/>
            <a:ext cx="3693021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1369673"/>
            <a:ext cx="3693021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47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9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4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49978"/>
            <a:ext cx="2801719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539884"/>
            <a:ext cx="4397693" cy="2664700"/>
          </a:xfrm>
        </p:spPr>
        <p:txBody>
          <a:bodyPr/>
          <a:lstStyle>
            <a:lvl1pPr>
              <a:defRPr sz="1750"/>
            </a:lvl1pPr>
            <a:lvl2pPr>
              <a:defRPr sz="1531"/>
            </a:lvl2pPr>
            <a:lvl3pPr>
              <a:defRPr sz="1312"/>
            </a:lvl3pPr>
            <a:lvl4pPr>
              <a:defRPr sz="1094"/>
            </a:lvl4pPr>
            <a:lvl5pPr>
              <a:defRPr sz="1094"/>
            </a:lvl5pPr>
            <a:lvl6pPr>
              <a:defRPr sz="1094"/>
            </a:lvl6pPr>
            <a:lvl7pPr>
              <a:defRPr sz="1094"/>
            </a:lvl7pPr>
            <a:lvl8pPr>
              <a:defRPr sz="1094"/>
            </a:lvl8pPr>
            <a:lvl9pPr>
              <a:defRPr sz="10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124903"/>
            <a:ext cx="2801719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2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49978"/>
            <a:ext cx="2801719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539884"/>
            <a:ext cx="4397693" cy="2664700"/>
          </a:xfrm>
        </p:spPr>
        <p:txBody>
          <a:bodyPr anchor="t"/>
          <a:lstStyle>
            <a:lvl1pPr marL="0" indent="0">
              <a:buNone/>
              <a:defRPr sz="1750"/>
            </a:lvl1pPr>
            <a:lvl2pPr marL="249997" indent="0">
              <a:buNone/>
              <a:defRPr sz="1531"/>
            </a:lvl2pPr>
            <a:lvl3pPr marL="499994" indent="0">
              <a:buNone/>
              <a:defRPr sz="1312"/>
            </a:lvl3pPr>
            <a:lvl4pPr marL="749991" indent="0">
              <a:buNone/>
              <a:defRPr sz="1094"/>
            </a:lvl4pPr>
            <a:lvl5pPr marL="999988" indent="0">
              <a:buNone/>
              <a:defRPr sz="1094"/>
            </a:lvl5pPr>
            <a:lvl6pPr marL="1249985" indent="0">
              <a:buNone/>
              <a:defRPr sz="1094"/>
            </a:lvl6pPr>
            <a:lvl7pPr marL="1499982" indent="0">
              <a:buNone/>
              <a:defRPr sz="1094"/>
            </a:lvl7pPr>
            <a:lvl8pPr marL="1749979" indent="0">
              <a:buNone/>
              <a:defRPr sz="1094"/>
            </a:lvl8pPr>
            <a:lvl9pPr marL="1999976" indent="0">
              <a:buNone/>
              <a:defRPr sz="10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124903"/>
            <a:ext cx="2801719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9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1" y="199636"/>
            <a:ext cx="1873091" cy="3177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7" y="199636"/>
            <a:ext cx="5510689" cy="3177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6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199636"/>
            <a:ext cx="7492365" cy="724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998178"/>
            <a:ext cx="7492365" cy="2379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3475394"/>
            <a:ext cx="1954530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329F7-8AA7-6F4A-811F-38F97C8F831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3475394"/>
            <a:ext cx="2931795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3475394"/>
            <a:ext cx="1954530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99994" rtl="0" eaLnBrk="1" latinLnBrk="0" hangingPunct="1">
        <a:lnSpc>
          <a:spcPct val="90000"/>
        </a:lnSpc>
        <a:spcBef>
          <a:spcPct val="0"/>
        </a:spcBef>
        <a:buNone/>
        <a:defRPr sz="2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4998" indent="-124998" algn="l" defTabSz="49999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74995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312" kern="1200">
          <a:solidFill>
            <a:schemeClr val="tx1"/>
          </a:solidFill>
          <a:latin typeface="+mn-lt"/>
          <a:ea typeface="+mn-ea"/>
          <a:cs typeface="+mn-cs"/>
        </a:defRPr>
      </a:lvl2pPr>
      <a:lvl3pPr marL="624992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3pPr>
      <a:lvl4pPr marL="874989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1124986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374983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624980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874977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2124974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1pPr>
      <a:lvl2pPr marL="249997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2pPr>
      <a:lvl3pPr marL="499994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3pPr>
      <a:lvl4pPr marL="749991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999988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249985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499982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749979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1999976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CEDA924-AA51-DF1F-E2A9-CD0BFA9E2EE3}"/>
              </a:ext>
            </a:extLst>
          </p:cNvPr>
          <p:cNvSpPr/>
          <p:nvPr/>
        </p:nvSpPr>
        <p:spPr>
          <a:xfrm>
            <a:off x="1" y="0"/>
            <a:ext cx="8686800" cy="374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52721B6D-6BD3-6FA2-71DB-CA5F8D4CCEDA}"/>
              </a:ext>
            </a:extLst>
          </p:cNvPr>
          <p:cNvSpPr/>
          <p:nvPr/>
        </p:nvSpPr>
        <p:spPr>
          <a:xfrm>
            <a:off x="4857970" y="-1"/>
            <a:ext cx="3784421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0A4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ED38D3A1-0B0B-DC34-17E7-4CE045CA417B}"/>
              </a:ext>
            </a:extLst>
          </p:cNvPr>
          <p:cNvSpPr/>
          <p:nvPr/>
        </p:nvSpPr>
        <p:spPr>
          <a:xfrm>
            <a:off x="5027774" y="-1"/>
            <a:ext cx="3621826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EC7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F168D3EC-F566-EF34-0696-19843018D75B}"/>
              </a:ext>
            </a:extLst>
          </p:cNvPr>
          <p:cNvSpPr/>
          <p:nvPr/>
        </p:nvSpPr>
        <p:spPr>
          <a:xfrm>
            <a:off x="5220151" y="-1"/>
            <a:ext cx="3478346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5C37F9-5AC9-2CC7-CBCB-19C20CB26667}"/>
              </a:ext>
            </a:extLst>
          </p:cNvPr>
          <p:cNvSpPr txBox="1"/>
          <p:nvPr/>
        </p:nvSpPr>
        <p:spPr>
          <a:xfrm>
            <a:off x="1457566" y="365444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A4D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HDMF Zarr 0.14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3F347D-EC29-D201-5C25-314FE765CD1A}"/>
              </a:ext>
            </a:extLst>
          </p:cNvPr>
          <p:cNvSpPr txBox="1"/>
          <p:nvPr/>
        </p:nvSpPr>
        <p:spPr>
          <a:xfrm>
            <a:off x="1457567" y="915554"/>
            <a:ext cx="3388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F8F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major release supporting Zarr v3 </a:t>
            </a: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E3051AEA-C751-AE4F-5D36-9EC382E3D0D2}"/>
              </a:ext>
            </a:extLst>
          </p:cNvPr>
          <p:cNvSpPr/>
          <p:nvPr/>
        </p:nvSpPr>
        <p:spPr>
          <a:xfrm rot="10800000">
            <a:off x="4325" y="-1029"/>
            <a:ext cx="1053823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0A4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298DB1D8-4772-3704-3A4E-B82889D0A136}"/>
              </a:ext>
            </a:extLst>
          </p:cNvPr>
          <p:cNvSpPr/>
          <p:nvPr/>
        </p:nvSpPr>
        <p:spPr>
          <a:xfrm rot="10800000">
            <a:off x="0" y="-1"/>
            <a:ext cx="1008546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EC7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8EB9ADE4-A37B-F445-D44A-8163CF3C8032}"/>
              </a:ext>
            </a:extLst>
          </p:cNvPr>
          <p:cNvSpPr/>
          <p:nvPr/>
        </p:nvSpPr>
        <p:spPr>
          <a:xfrm rot="10800000">
            <a:off x="-7371" y="-2059"/>
            <a:ext cx="968592" cy="3749676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ocs/source/figures/logo_hdmf_zarr.png">
            <a:extLst>
              <a:ext uri="{FF2B5EF4-FFF2-40B4-BE49-F238E27FC236}">
                <a16:creationId xmlns:a16="http://schemas.microsoft.com/office/drawing/2014/main" id="{9210A2D7-2E90-2472-3CA3-247E3F5D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408" y="2003124"/>
            <a:ext cx="2477374" cy="152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2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</TotalTime>
  <Words>9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Ruebel</dc:creator>
  <cp:lastModifiedBy>Oliver Ruebel</cp:lastModifiedBy>
  <cp:revision>5</cp:revision>
  <dcterms:created xsi:type="dcterms:W3CDTF">2026-08-21T05:21:51Z</dcterms:created>
  <dcterms:modified xsi:type="dcterms:W3CDTF">2026-09-15T21:37:22Z</dcterms:modified>
</cp:coreProperties>
</file>